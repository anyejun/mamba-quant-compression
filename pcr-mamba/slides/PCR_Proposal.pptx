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0D9488"/>
            </a:solidFill>
            <a:ln w="3810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8181B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16</c:v>
                  </c:pt>
                  <c:pt idx="1">
                    <c:v>24</c:v>
                  </c:pt>
                  <c:pt idx="2">
                    <c:v>32</c:v>
                  </c:pt>
                  <c:pt idx="3">
                    <c:v>48</c:v>
                  </c:pt>
                  <c:pt idx="4">
                    <c:v>64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0.77</c:v>
                </c:pt>
                <c:pt idx="1">
                  <c:v>0.63</c:v>
                </c:pt>
                <c:pt idx="2">
                  <c:v>0.53</c:v>
                </c:pt>
                <c:pt idx="3">
                  <c:v>0.43</c:v>
                </c:pt>
                <c:pt idx="4">
                  <c:v>0.33</c:v>
                </c:pt>
              </c:numCache>
            </c:numRef>
          </c:val>
          <c:smooth val="1"/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8181B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171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"/>
        </c:scaling>
        <c:delete val="0"/>
        <c:axPos val="l"/>
        <c:majorGridlines>
          <c:spPr>
            <a:ln w="6350" cap="flat">
              <a:solidFill>
                <a:srgbClr val="E4E4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171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0D9488"/>
            </a:solidFill>
            <a:ln w="3810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8181B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1.0</c:v>
                  </c:pt>
                  <c:pt idx="1">
                    <c:v>0.9</c:v>
                  </c:pt>
                  <c:pt idx="2">
                    <c:v>0.8</c:v>
                  </c:pt>
                  <c:pt idx="3">
                    <c:v>0.7</c:v>
                  </c:pt>
                  <c:pt idx="4">
                    <c:v>0.6</c:v>
                  </c:pt>
                  <c:pt idx="5">
                    <c:v>0.4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0.53</c:v>
                </c:pt>
                <c:pt idx="1">
                  <c:v>0.6</c:v>
                </c:pt>
                <c:pt idx="2">
                  <c:v>0.73</c:v>
                </c:pt>
                <c:pt idx="3">
                  <c:v>0.6</c:v>
                </c:pt>
                <c:pt idx="4">
                  <c:v>0.3</c:v>
                </c:pt>
                <c:pt idx="5">
                  <c:v>0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8181B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71717A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71717A"/>
                    </a:solidFill>
                    <a:latin typeface="Arial"/>
                  </a:rPr>
                  <a:t>other-gain (og)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171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"/>
        </c:scaling>
        <c:delete val="0"/>
        <c:axPos val="l"/>
        <c:majorGridlines>
          <c:spPr>
            <a:ln w="6350" cap="flat">
              <a:solidFill>
                <a:srgbClr val="E4E4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171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Δrecall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8181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L0-7</c:v>
                  </c:pt>
                  <c:pt idx="1">
                    <c:v>L8-15</c:v>
                  </c:pt>
                  <c:pt idx="2">
                    <c:v>L16-23</c:v>
                  </c:pt>
                  <c:pt idx="3">
                    <c:v>L24-31</c:v>
                  </c:pt>
                  <c:pt idx="4">
                    <c:v>L32-39</c:v>
                  </c:pt>
                  <c:pt idx="5">
                    <c:v>L40-47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0.13</c:v>
                </c:pt>
                <c:pt idx="3">
                  <c:v>0.07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8181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171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15"/>
          <c:min val="0"/>
        </c:scaling>
        <c:delete val="0"/>
        <c:axPos val="l"/>
        <c:majorGridlines>
          <c:spPr>
            <a:ln w="6350" cap="flat">
              <a:solidFill>
                <a:srgbClr val="E4E4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171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한 줄: 사전학습 Mamba는 무엇을 잊을지 통제 못 하는 게 문제다. 우리는 재학습 없이 그 통제 회로를 찾아 깨운다. 10분 발표(질의 3분 포함).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Jelassi(2024) 용량 한계 증명이 있지만, 그게 곧 '실패=저장부족'은 아니다. 우리는 recall 실패의 상당 부분이 control 문제임을 보인다. 이게 연구의 출발점.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대조가 스토리의 엔진이다. Transformer는 슬롯이 있어 비트 배분이 되지만, Mamba는 슬롯이 없어 그 기법이 직접 이식 안 된다. 여기서 우리 질문이 나온다.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한 문장이 논문의 학술적 깊이를 만든다. 이산↔연속을 하나의 원리 r_i=f(importance)로 보는 렌즈. 단, 우린 '증명'이 아니라 '렌즈+경계'로 정직하게 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4번이 핵심 경쟁군(무엇을 기억하나). 걔넨 학습·재설계로 푼다. 우리 차별점: frozen 사전학습 회로를 깨운다 = training-free 카테고리. 3번 Just Read Twice가 직접 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합성으로 메커니즘을 깨끗이 통제, 그 뒤 RULER/needle로 실태스크 전이를 노린다. N*=32가 압박-헤드룸 균형점.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①은 이미 결과 있음(oracle). ②③이 제안의 신규 부분: oracle 제거 + 모델별 회로 자동 국소화. 이게 1.4b 비재현을 '기능'으로 전환한다.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inverted-U가 핵심: 약간 줄이면 보존↑, 너무 줄이면 통합이 멈춰 붕괴. random 대비 downstream 우위 = 일반적 'gain↑' 아티팩트가 아님을 증명.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슬라이드가 발표의 심장. 국소 개입은 거의 공짜(ppl×1.07), 전역 개입은 비싸다(×1.81). = 전용 메모리 회로의 행동. 여기서 천천히, 숫자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정직한 negative가 리뷰 신뢰를 높인다. 특히 양자화 실패는 '슬롯 없음'의 직접 증거라 오히려 통합 축을 떠받친다.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게이트가 핵심: Stage0가 'control not storage'를 기각하면 워크샵 결과로 바로 마감. sprawl 방지. Stage1이 코어, Stage2가 main-track 야심.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8주: probe→컨트롤러→평가→streaming→cross-model→논문/깃헙→발표. 워크샵 마감에 맞춰 W4까지가 최소 출하선.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정직한 투고 전략: 확실한 워크샵 먼저, 컨트롤러 되면 확장본을 정식 컨퍼런스로. 'training-free 카테고리 SOTA'가 정직한 상한.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마무리: 한 줄 테이크어웨이(제어 가능한 속성) + 다음 단계. 질의응답 3분.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34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PRIORITY-CONDITIONED RETENTION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고정 상태 시퀀스 모델은</a:t>
            </a:r>
            <a:endParaRPr lang="en-US" sz="4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무엇을 잊으면 안 되는가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58368" y="3154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4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Test-time control of a localized memory circuit in pretrained Mamba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" y="3794760"/>
            <a:ext cx="20116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39776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Project Proposal · 2026-1 AI 시스템 · 성균관대학교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" y="42976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안예준 · 정찬희 · 김수윤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 · 연구 필요성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Mamba는 빠르지만, 과거를 자꾸 잃는다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SSM(Mamba)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은 과거 전체를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고정 크기 hidden state 하나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 압축해 O(N) 선형 추론을 얻는다. 그 대가가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associative recall 실패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특정 키에 묶인 값을 정확히 못 꺼낸다.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3931920" cy="1737360"/>
          </a:xfrm>
          <a:prstGeom prst="roundRect">
            <a:avLst>
              <a:gd name="adj" fmla="val 3158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88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통념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315468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limit.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 벡터의 물리적 비트가 모자라서 생기는 아키텍처적 천장이다.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2606040"/>
            <a:ext cx="3931920" cy="1737360"/>
          </a:xfrm>
          <a:prstGeom prst="roundRect">
            <a:avLst>
              <a:gd name="adj" fmla="val 3158"/>
            </a:avLst>
          </a:prstGeom>
          <a:solidFill>
            <a:srgbClr val="ECFDF5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2788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우리의 반론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2040" y="315468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limit.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진짜 문제는 비트가 아니라 </a:t>
            </a:r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제어의 부재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Mamba 기본 정책은 ‘중요한 것’이 아니라 ‘최근 것’만 보존한다.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5496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PCR · SKKU AI Systems 2026-1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배경 · 대조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이산 캐시는 성숙했고, 연속 상태는 비어 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931920" cy="2788920"/>
          </a:xfrm>
          <a:prstGeom prst="roundRect">
            <a:avLst>
              <a:gd name="adj" fmla="val 1967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745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(이산 KV-캐시)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249424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중요도 기반 압축 패러다임 완성
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KIVI · ZipCache · KVQuant · TurboQuant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044952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962656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토큰별 슬롯 + random access
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중요한 토큰에 비트를 더 준다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758184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675888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성숙한 프론티어
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mixed-precision · importance eviction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691640"/>
            <a:ext cx="3931920" cy="2788920"/>
          </a:xfrm>
          <a:prstGeom prst="roundRect">
            <a:avLst>
              <a:gd name="adj" fmla="val 1967"/>
            </a:avLst>
          </a:prstGeom>
          <a:solidFill>
            <a:srgbClr val="FEF2F2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92040" y="18745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Mamba (연속-상태 중첩)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937760" y="2331720"/>
            <a:ext cx="128016" cy="128016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5" name="Text 13"/>
          <p:cNvSpPr/>
          <p:nvPr/>
        </p:nvSpPr>
        <p:spPr>
          <a:xfrm>
            <a:off x="5166360" y="2249424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슬롯이 없다
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정보가 한 벡터에 superposition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937760" y="3044952"/>
            <a:ext cx="128016" cy="128016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7" name="Text 15"/>
          <p:cNvSpPr/>
          <p:nvPr/>
        </p:nvSpPr>
        <p:spPr>
          <a:xfrm>
            <a:off x="5166360" y="2962656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 정책 = recency decay
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Ā=exp(ΔA), A&lt;0 → 오래된 건 지수 감쇠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937760" y="3758184"/>
            <a:ext cx="128016" cy="128016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9" name="Text 17"/>
          <p:cNvSpPr/>
          <p:nvPr/>
        </p:nvSpPr>
        <p:spPr>
          <a:xfrm>
            <a:off x="5166360" y="3675888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importance-tiered retention = 공백
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‘2-bit로 줄이기’가 물리적으로 불가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496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PCR · SKKU AI Systems 2026-1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토큰별 슬롯이 없는 연속-상태 중첩 공간에서,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아키텍처를 고치지 않고 중요도 기반 용량 배분을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어떻게 달성할 것인가?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3566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 축 (Unifying axis).  </a:t>
            </a:r>
            <a:pPr indent="0" marL="0">
              <a:buNone/>
            </a:pPr>
            <a:r>
              <a:rPr lang="en-US" sz="1400" dirty="0">
                <a:solidFill>
                  <a:srgbClr val="D4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이산 비트 할당과 연속 게이트 감쇠는 ‘중요도→보존량’ 의 양면이다.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Transformer:  r_i = b_i ∈ {0,2,4,8,16} (불연속 비트폭)      Mamba:  r_i = Π Ā_τ ∈ [0,1] (연속 감쇠)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관련 연구 · TARGET 논문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 갈래의 선행 연구 위에 선다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892808" cy="2651760"/>
          </a:xfrm>
          <a:prstGeom prst="roundRect">
            <a:avLst>
              <a:gd name="adj" fmla="val 2899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0240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3232" y="2331720"/>
            <a:ext cx="1581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KV-캐시 압축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13232" y="2971800"/>
            <a:ext cx="1581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KIVI, ZipCache, KVQuant,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TurboQuant (ICLR’26)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13232" y="3822192"/>
            <a:ext cx="158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슬롯 기반 중요도 비트 배분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06040" y="1737360"/>
            <a:ext cx="1892808" cy="2651760"/>
          </a:xfrm>
          <a:prstGeom prst="roundRect">
            <a:avLst>
              <a:gd name="adj" fmla="val 2899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88920" y="1920240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27889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70632" y="2331720"/>
            <a:ext cx="1581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SSM 용량 한계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770632" y="2971800"/>
            <a:ext cx="1581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Jelassi+ ‘Repeat After Me’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(ICML’24), Primacy/Recency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770632" y="3822192"/>
            <a:ext cx="158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고정 상태의 copy/recall 바운드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737360"/>
            <a:ext cx="1892808" cy="2651760"/>
          </a:xfrm>
          <a:prstGeom prst="roundRect">
            <a:avLst>
              <a:gd name="adj" fmla="val 2899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1920240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28032" y="2331720"/>
            <a:ext cx="1581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SSM recall 개선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828032" y="2971800"/>
            <a:ext cx="1581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Zoology / MQAR, Based,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Read Twice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28032" y="3822192"/>
            <a:ext cx="158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우리 직접 baseline (training-free)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20840" y="1737360"/>
            <a:ext cx="1892808" cy="2651760"/>
          </a:xfrm>
          <a:prstGeom prst="roundRect">
            <a:avLst>
              <a:gd name="adj" fmla="val 2899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03720" y="1920240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69037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85432" y="2331720"/>
            <a:ext cx="1581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‘무엇을 기억’ 프런티어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885432" y="2971800"/>
            <a:ext cx="1581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Titans, DeltaNet, TTT,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Mamba-2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885432" y="3822192"/>
            <a:ext cx="158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대부분 베이스를 학습·재설계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5496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PCR · SKKU AI Systems 2026-1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확보 · 전처리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용량 압박을 만드는 합성 MQAR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114800" cy="2743200"/>
          </a:xfrm>
          <a:prstGeom prst="roundRect">
            <a:avLst>
              <a:gd name="adj" fmla="val 2000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Multi-Query Associative Recall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25856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무작위 single-token 키/값  </a:t>
            </a:r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의미 편향 배제 (vocab 4,000)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843784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77063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N개 쌍 → 질의 키 → 값 예측  </a:t>
            </a:r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N↑ 로 용량 압박 유도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355848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28269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전처리: 1토큰=1위치 정렬  </a:t>
            </a:r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개입 위치를 정확히 지정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867912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7947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부하 그리드 N=2…64  </a:t>
            </a:r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base가 ~0.4 되는 N*=32 선택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846320" y="1691640"/>
            <a:ext cx="3749040" cy="2743200"/>
          </a:xfrm>
          <a:prstGeom prst="roundRect">
            <a:avLst>
              <a:gd name="adj" fmla="val 2000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74920" y="1828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recall vs N (790m)</a:t>
            </a:r>
            <a:endParaRPr lang="en-US" sz="12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4937760" y="2148840"/>
          <a:ext cx="356616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확장(예정): RULER · needle-in-haystack 장기-context retrieval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5496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PCR · SKKU AI Systems 2026-1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제안 방법 · 아이디어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PCR: 재학습 없이 보존 정책을 바꾼다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레버 = Δ 게이트.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토큰 i 기여 = B̄ᵢxᵢ · Π_{τ&gt;i} Āτ. target value 이후의 Δ를 줄이면 Āτ→1, 감쇠가 느려져 그 항목이 살아남는다 — 가중치 변경 0.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560320" cy="1417320"/>
          </a:xfrm>
          <a:prstGeom prst="roundRect">
            <a:avLst>
              <a:gd name="adj" fmla="val 3871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606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309067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Test-time Δ 제어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345643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hook으로 보존(현재 결과)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2468880"/>
            <a:ext cx="2560320" cy="1417320"/>
          </a:xfrm>
          <a:prstGeom prst="roundRect">
            <a:avLst>
              <a:gd name="adj" fmla="val 3871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0" y="2606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474720" y="309067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Question-conditioned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474720" y="345643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질문을 앞에 둬 oracle 제거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2468880"/>
            <a:ext cx="2560320" cy="1417320"/>
          </a:xfrm>
          <a:prstGeom prst="roundRect">
            <a:avLst>
              <a:gd name="adj" fmla="val 3871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2606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217920" y="309067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Auto-localizing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217920" y="345643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sparse 레이어 게이팅 학습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069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이 방법인가 (올드/쉬움 아님).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아키텍처 재설계(Titans·DeltaNet)와 달리 frozen 사전학습 모델의 내장 회로를 깨우는 training-free 접근 — 경쟁 카테고리가 다르고 배포가 싸다.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5496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PCR · SKKU AI Systems 2026-1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예비 결과 I · 제어 가능성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Δ를 줄이면 recall이 통제된다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160520" cy="2743200"/>
          </a:xfrm>
          <a:prstGeom prst="roundRect">
            <a:avLst>
              <a:gd name="adj" fmla="val 2000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Dose–response (N=32, all layers)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2148840"/>
          <a:ext cx="397764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4892040" y="1691640"/>
            <a:ext cx="3703320" cy="2743200"/>
          </a:xfrm>
          <a:prstGeom prst="roundRect">
            <a:avLst>
              <a:gd name="adj" fmla="val 2000"/>
            </a:avLst>
          </a:prstGeom>
          <a:solidFill>
            <a:srgbClr val="ECFDF5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120640" y="1874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 가지 통제 확인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166360" y="2377440"/>
            <a:ext cx="100584" cy="10058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0" name="Text 7"/>
          <p:cNvSpPr/>
          <p:nvPr/>
        </p:nvSpPr>
        <p:spPr>
          <a:xfrm>
            <a:off x="5376672" y="228600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Dose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og=0.8에서 0.53 → 0.73 정점, 과하면(og≤0.6) 붕괴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166360" y="3035808"/>
            <a:ext cx="100584" cy="10058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2" name="Text 9"/>
          <p:cNvSpPr/>
          <p:nvPr/>
        </p:nvSpPr>
        <p:spPr>
          <a:xfrm>
            <a:off x="5376672" y="2944368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Specificity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downstream 0.73 ≫ random 0.50 (타깃 지향)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166360" y="3694176"/>
            <a:ext cx="100584" cy="10058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4" name="Text 11"/>
          <p:cNvSpPr/>
          <p:nvPr/>
        </p:nvSpPr>
        <p:spPr>
          <a:xfrm>
            <a:off x="5376672" y="3602736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Δ↑는 오히려 해침 → 양방향 인과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5496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PCR · SKKU AI Systems 2026-1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예비 결과 II · 핵심 발견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L16–23: 거의 공짜로 기억을 회복하는 회로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434840" cy="2743200"/>
          </a:xfrm>
          <a:prstGeom prst="roundRect">
            <a:avLst>
              <a:gd name="adj" fmla="val 2000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28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레이어 그룹별 회복 Δrecall (og=0.8)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2148840"/>
          <a:ext cx="425196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166360" y="1691640"/>
            <a:ext cx="3429000" cy="1298448"/>
          </a:xfrm>
          <a:prstGeom prst="roundRect">
            <a:avLst>
              <a:gd name="adj" fmla="val 4225"/>
            </a:avLst>
          </a:prstGeom>
          <a:solidFill>
            <a:srgbClr val="0E0E10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349240" y="1828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L16–23 만 개입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349240" y="21945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0.67</a:t>
            </a:r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ppl ×1.07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5166360" y="3154680"/>
            <a:ext cx="3429000" cy="1298448"/>
          </a:xfrm>
          <a:prstGeom prst="roundRect">
            <a:avLst>
              <a:gd name="adj" fmla="val 4225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349240" y="3291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전층 개입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349240" y="36576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0.73</a:t>
            </a:r>
            <a:pPr indent="0" marL="0">
              <a:buNone/>
            </a:pPr>
            <a:r>
              <a:rPr lang="en-US" sz="22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ppl ×1.81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8/48 레이어 = 거의 동일 회복, LM 품질 비용 거의 0 → SSM판 ‘회로’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5496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PCR · SKKU AI Systems 2026-1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정직한 경계 · 신뢰성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무엇이 안 되는가도 결과다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8046720" cy="749808"/>
          </a:xfrm>
          <a:prstGeom prst="roundRect">
            <a:avLst>
              <a:gd name="adj" fmla="val 7317"/>
            </a:avLst>
          </a:prstGeom>
          <a:solidFill>
            <a:srgbClr val="FEF2F2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75104"/>
            <a:ext cx="274320" cy="27432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75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82880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Cross-model 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1.4b에서 비재현 → 회로는 790m-specific. 보편 주장 안 함.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8046720" cy="749808"/>
          </a:xfrm>
          <a:prstGeom prst="roundRect">
            <a:avLst>
              <a:gd name="adj" fmla="val 7317"/>
            </a:avLst>
          </a:prstGeom>
          <a:solidFill>
            <a:srgbClr val="FEF2F2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843784"/>
            <a:ext cx="274320" cy="27432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843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269748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자연어 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multi-fact 자연어에선 fragile, 오히려 해칠 수 있음.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8046720" cy="749808"/>
          </a:xfrm>
          <a:prstGeom prst="roundRect">
            <a:avLst>
              <a:gd name="adj" fmla="val 7317"/>
            </a:avLst>
          </a:prstGeom>
          <a:solidFill>
            <a:srgbClr val="FEF2F2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3712464"/>
            <a:ext cx="274320" cy="27432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712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356616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Quantization 레버 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write를 k-bit로? A는 절벽·B는 붕괴 — 중첩엔 슬롯이 없다(실증).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경계가 thesis를 강화한다.  </a:t>
            </a:r>
            <a:pPr indent="0" marL="0">
              <a:buNone/>
            </a:pPr>
            <a:r>
              <a:rPr lang="en-US" sz="115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importance 배분은 retention으로는 전이되나 quantization으로는 안 된다 — 연속-상태의 정체성.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5496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PCR · SKKU AI Systems 2026-1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제안 방법 구현 · 진행 경로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단계별 게이트로 SOTA를 ‘번다’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0992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3000" y="16916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697480" y="167335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Probe (게이트)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166360" y="1673352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effective-rank vs N → 저장 vs 제어 판정. 통과 못 하면 즉시 축소.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457200" cy="457200"/>
          </a:xfrm>
          <a:prstGeom prst="ellipse">
            <a:avLst/>
          </a:prstGeom>
          <a:solidFill>
            <a:srgbClr val="0E0E1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3000" y="24048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97480" y="238658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Question-conditioned</a:t>
            </a:r>
            <a:endParaRPr lang="en-US" sz="11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auto-localizing 컨트롤러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166360" y="2386584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 베이스 + 소형 컨트롤러만 학습. oracle 제거.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136392"/>
            <a:ext cx="457200" cy="457200"/>
          </a:xfrm>
          <a:prstGeom prst="ellipse">
            <a:avLst/>
          </a:prstGeom>
          <a:solidFill>
            <a:srgbClr val="0E0E1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136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43000" y="3118104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97480" y="309981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+ Belady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166360" y="309981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동적 eviction 하 retention efficiency = 연속 water-filling.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849624"/>
            <a:ext cx="457200" cy="457200"/>
          </a:xfrm>
          <a:prstGeom prst="ellipse">
            <a:avLst/>
          </a:prstGeom>
          <a:solidFill>
            <a:srgbClr val="0E0E10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849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43000" y="3831336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697480" y="38130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 렌즈 글쓰기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166360" y="381304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이산↔연속 + 양자화 경계 + TurboQuant 앵커.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5496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PCR · SKKU AI Systems 2026-1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 단위 스케줄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8주 실행 계획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977640" cy="548640"/>
          </a:xfrm>
          <a:prstGeom prst="roundRect">
            <a:avLst>
              <a:gd name="adj" fmla="val 10000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911096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911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" y="178308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8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 probe + 예비 수치 확정(시드·에러바)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548640" y="2441448"/>
            <a:ext cx="3977640" cy="548640"/>
          </a:xfrm>
          <a:prstGeom prst="roundRect">
            <a:avLst>
              <a:gd name="adj" fmla="val 10000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2569464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5694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244144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8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 컨트롤러 설계·구현 (question-first, frozen base)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548640" y="3099816"/>
            <a:ext cx="3977640" cy="548640"/>
          </a:xfrm>
          <a:prstGeom prst="roundRect">
            <a:avLst>
              <a:gd name="adj" fmla="val 10000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3227832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2278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97280" y="3099816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8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 학습 (recall CE + L1 sparsity + LM-preserve)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48640" y="3758184"/>
            <a:ext cx="3977640" cy="548640"/>
          </a:xfrm>
          <a:prstGeom prst="roundRect">
            <a:avLst>
              <a:gd name="adj" fmla="val 10000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3886200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886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97280" y="3758184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8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평가: held-out MQAR · baselines(vanilla·Just Read Twice)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4709160" y="1783080"/>
            <a:ext cx="3977640" cy="548640"/>
          </a:xfrm>
          <a:prstGeom prst="roundRect">
            <a:avLst>
              <a:gd name="adj" fmla="val 10000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1911096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1911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57800" y="178308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8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 streaming + Belady retention efficiency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4709160" y="2441448"/>
            <a:ext cx="3977640" cy="548640"/>
          </a:xfrm>
          <a:prstGeom prst="roundRect">
            <a:avLst>
              <a:gd name="adj" fmla="val 10000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2569464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25694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57800" y="244144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8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Cross-model(≥2) · ablation · auto-localization 검증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4709160" y="3099816"/>
            <a:ext cx="3977640" cy="548640"/>
          </a:xfrm>
          <a:prstGeom prst="roundRect">
            <a:avLst>
              <a:gd name="adj" fmla="val 10000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3227832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32278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W7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257800" y="3099816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8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LaTeX 논문 + GitHub 재현 패키지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4709160" y="3758184"/>
            <a:ext cx="3977640" cy="548640"/>
          </a:xfrm>
          <a:prstGeom prst="roundRect">
            <a:avLst>
              <a:gd name="adj" fmla="val 10000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3886200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3886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W8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257800" y="3758184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8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 자료 마감 · 리허설 · 투고 준비</a:t>
            </a:r>
            <a:endParaRPr lang="en-US" sz="1080" dirty="0"/>
          </a:p>
        </p:txBody>
      </p:sp>
      <p:sp>
        <p:nvSpPr>
          <p:cNvPr id="36" name="Text 34"/>
          <p:cNvSpPr/>
          <p:nvPr/>
        </p:nvSpPr>
        <p:spPr>
          <a:xfrm>
            <a:off x="85496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PCR · SKKU AI Systems 2026-1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예상 결과 · 향후 연구 · 투고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무엇을 기대하고, 어디에 내는가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931920" cy="2697480"/>
          </a:xfrm>
          <a:prstGeom prst="roundRect">
            <a:avLst>
              <a:gd name="adj" fmla="val 2034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01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예상 결과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25856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control-limited 구간 실증  </a:t>
            </a:r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probe로 저장 vs 제어 분리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2843784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77063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없는 retention 개선  </a:t>
            </a:r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 Mamba recall-capacity 프론티어↑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3355848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282696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거의 공짜 LM 비용  </a:t>
            </a:r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surgical 회로의 ppl 보존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867912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7947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정직한 ceiling  </a:t>
            </a:r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training-free 카테고리 내 SOTA(필드 SOTA 아님)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1737360"/>
            <a:ext cx="3931920" cy="2697480"/>
          </a:xfrm>
          <a:prstGeom prst="roundRect">
            <a:avLst>
              <a:gd name="adj" fmla="val 2034"/>
            </a:avLst>
          </a:prstGeom>
          <a:solidFill>
            <a:srgbClr val="0E0E10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92040" y="1901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투고 계획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2286000"/>
            <a:ext cx="3520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1차 (예비결과)
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4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NeurIPS / ICLR Workshop (non-archival)
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확장본 (컨트롤러)
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4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ICLR / SIGIR 스타일 정식 논문
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향후: RULER/needle 실태스크 전이, 다중 모델 일반화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5496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PCR · SKKU AI Systems 2026-1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Mamba의 기억은 고정된 천장이 아니라,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특정 중간층 회로의 ‘제어 가능한 속성’ 이다.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58368" y="288036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7889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L16–23 surgical 회로  —  </a:t>
            </a:r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재학습 없이 거의 공짜로 회상 회복 (ppl ×1.07)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333756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2461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정직한 경계  —  </a:t>
            </a:r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790m-specific · quantization은 전이 안 됨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" y="379476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7033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 —  </a:t>
            </a:r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없는 question-conditioned 컨트롤러로 training-free SOTA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5262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안예준 · 정찬희 · 김수윤   ·   질의응답을 환영합니다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 · 메커니즘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 갱신:  </a:t>
            </a:r>
            <a:pPr indent="0" marL="0">
              <a:buNone/>
            </a:pPr>
            <a:r>
              <a:rPr lang="en-US" sz="15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h_t = Ā_t h_{t-1} + B̄_t x_t,   Ā_t = exp(Δ_t A),  A&lt;0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surviving contribution:  </a:t>
            </a:r>
            <a:pPr indent="0" marL="0">
              <a:buNone/>
            </a:pPr>
            <a:r>
              <a:rPr lang="en-US" sz="15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r_i = Π_{τ&gt;i} Ā_τ  ∈ [0,1]  — token i가 질의 시점까지 살아남는 양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제약 (C3):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Δ&gt;0 ⇒ Ā&lt;1 이라 decay가 공유됨 → 항목별 독립 비트 배분 불가 (recency 편향은 구조 불변). 이것이 quantization 레버 실패의 이유.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496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PCR · SKKU AI Systems 2026-1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 · 핵심 수치 (790m, from-scratch)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804672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83464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실험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조건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결과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1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18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recall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18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N=32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18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18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Dose–response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18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og=0.8 (all layers)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18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0.53 → 0.73 (정점)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18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Specificity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18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downstream vs random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18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0.73 vs 0.50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18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Localization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18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L16–23 / L24–31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18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 +0.13 / +0.07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18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Surgical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18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L16–23 only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18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 0.67 · ppl ×1.07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18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전층 비교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18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layers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18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 0.73 · ppl ×1.81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18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Rate-distortion eff.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18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cache-ideal 대비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18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0.22 → 0.77 (이전 하베스트)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5496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PCR · SKKU AI Systems 2026-1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 · Negative results 상세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64792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Cross-model (1.4b)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971800" y="1746504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N=32 base 0.54(헤드룸 충분)에서 전 레이어그룹 Δ≤0 → 회로 비재현. 790m은 base 0.65서도 +0.32. 플러밍 아닌 진짜 null.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514600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자연어 전이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971800" y="2496312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single-needle은 base 1.0(압박 無) 무의미; multi-fact는 L16-23 개입이 -0.07~-0.40. computation-bound는 해침.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548640" y="3191256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3264408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Quantization 레버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971800" y="3246120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A(target k-bit): 8b 0.53→4b 0.03 절벽. B(저우선 k-bit): 4b에서 target 0.00 붕괴 = 재배분 아닌 오염.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548640" y="3941064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4014216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Graded P1/P2/P3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971800" y="3995928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단조로 보였으나 질의 위치와 교란 → 주장 불가, position-control 재실험 필요.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85496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PCR · SKKU AI Systems 2026-1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A4 · Baselines · 평가지표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764792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Baselines
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vanilla Mamba(통제) · Just Read Twice(프롬프팅 recall) · global-Δ · position/param-matched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478024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04872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optimal
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Belady-MIN (가장 늦게 쓰일 항목부터 eviction)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3191256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118104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Efficiency
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Recall_model / Recall_Belady — gap을 (정책 최적성)+(연속-state 구현) 2단 분해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3904488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831336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통제
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shuffled-tag null · K 커리큘럼 · 시드 ≥3 + 에러바 · ppl guardrail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5496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A4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PCR · SKKU AI Systems 2026-1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A5 · 재현성 · 환경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746504"/>
            <a:ext cx="100584" cy="10058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  —  </a:t>
            </a:r>
            <a:pPr indent="0" marL="0">
              <a:buNone/>
            </a:pPr>
            <a:r>
              <a:rPr lang="en-US" sz="12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state-spaces/mamba-790m-hf (48 layers, fp32)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2350008"/>
            <a:ext cx="100584" cy="10058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295144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  —  </a:t>
            </a:r>
            <a:pPr indent="0" marL="0">
              <a:buNone/>
            </a:pPr>
            <a:r>
              <a:rPr lang="en-US" sz="12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 T4. mamba-ssm/causal-conv1d 미설치 → slow path 강제(Δ 훅 가능)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953512"/>
            <a:ext cx="100584" cy="10058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89864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 —  </a:t>
            </a:r>
            <a:pPr indent="0" marL="0">
              <a:buNone/>
            </a:pPr>
            <a:r>
              <a:rPr lang="en-US" sz="12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PCR_from_scratch.ipynb (로드→훅→Gate1→국소화→surgical→write-order→graded→quant)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3557016"/>
            <a:ext cx="100584" cy="10058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50215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probe  —  </a:t>
            </a:r>
            <a:pPr indent="0" marL="0">
              <a:buNone/>
            </a:pPr>
            <a:r>
              <a:rPr lang="en-US" sz="12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pcr_stage0_probe.py (state effective-rank vs N)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4160520"/>
            <a:ext cx="100584" cy="10058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105656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 —  </a:t>
            </a:r>
            <a:pPr indent="0" marL="0">
              <a:buNone/>
            </a:pPr>
            <a:r>
              <a:rPr lang="en-US" sz="12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github.com/AnYejun/…  (재현 스크립트·시드·노트북 공개 예정)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5496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PCR · SKKU AI Systems 2026-1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Priority-Conditioned Retention (PCR)</dc:title>
  <dc:subject>PptxGenJS Presentation</dc:subject>
  <dc:creator>안예준 · 정찬희 · 김수윤</dc:creator>
  <cp:lastModifiedBy>안예준 · 정찬희 · 김수윤</cp:lastModifiedBy>
  <cp:revision>1</cp:revision>
  <dcterms:created xsi:type="dcterms:W3CDTF">2026-06-17T08:46:14Z</dcterms:created>
  <dcterms:modified xsi:type="dcterms:W3CDTF">2026-06-17T08:46:14Z</dcterms:modified>
</cp:coreProperties>
</file>